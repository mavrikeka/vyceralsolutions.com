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95"/>
  </p:normalViewPr>
  <p:slideViewPr>
    <p:cSldViewPr snapToGrid="0">
      <p:cViewPr varScale="1">
        <p:scale>
          <a:sx n="113" d="100"/>
          <a:sy n="113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C337B-8D49-7363-B69E-D9C388282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AE6BC-67D5-B3C9-BD68-72C5FAED9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E656B-A136-8C51-C3FA-61779C5A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0E308-716A-A7B6-D4FD-0975BE410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BD582-E38F-E51A-091A-5A385355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4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59F1-FA8C-B3A4-5356-5ED00DAB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B502-4A45-FCA5-BB6B-204F5F6BD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0887F-43D9-6A92-540D-F3D6E4D0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B227-7C26-E609-D19C-44CC895B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A745C-B8CD-2DCF-7E1E-0CBD9793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7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FD23-F1DB-81D4-22B9-7C0E33A6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9E44E-B5EE-9263-BEC4-CB18E0F9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D614D-DEFB-199F-4BCC-F7CFD98F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DD958-192D-58C3-BA28-39182915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A9A2F-49FC-D78E-6A1F-6894BEFE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3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12F0-6971-CDA0-65B6-9644BF81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4930-4436-E053-F651-A1B8C0936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432D5-B843-8633-8875-5113565AB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6C457-17AA-91E5-EFC0-D38AC45C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E8C9C-0882-9394-DBBD-5953F4DD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4BE8D-32C6-D509-EDE4-AE48BF3F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5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70BC-00ED-292A-80BA-394B8369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5B300-FFCD-7AE4-4691-79E883AAC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A87DE-3360-C5B9-4F0F-6B1AE4118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F0ACA-32AF-0972-016B-59B94526E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C71A4-72CB-D9FB-7570-EBB12BD09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016D7-3A21-81D4-8FA7-65DB7B0E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CDF20-5680-E007-BD9E-B91739C51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FD6470-CD04-8F53-792A-F25E63F4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4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2053-2D8E-16F0-C760-FB26BB6B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0E42B-C4B9-4A4B-739F-0F0E4FC1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776B4-83D6-40E9-2109-EE8A06AF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F64D1-2E25-3C34-65F6-5D499AE9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4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CD44B-DBA5-DB44-EB70-B4BAC9D0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F5C5F-8238-1FE6-DC35-FD3E560E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40C1-9EBE-3881-72F7-1D540AE9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3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8A5C-DC4C-33BC-4904-E89AEA05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E791-DD3C-607D-E0EC-31BBEE684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82DD6-A5CD-B04D-A197-0BE6CF61D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241FD-53D2-EFF9-C91D-B0AF7883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6CC7B-E903-8F77-1588-C6F69571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6C000-E4AA-6F7F-019E-D5243C02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2828-3BC4-E0C6-4D51-DE339350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0ED13-14EA-6CCB-515F-1609094E8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02341-ECA8-3688-5758-EEC02DAA4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EBE85-7E5E-0AC9-343D-8DFC94FA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489B5-C356-D85F-88D7-F7A9C9E3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B009D-969E-40C6-8D42-D9198CA4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0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61DF-F3F6-C8B1-2CCC-B83CC37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CBB06-6EDB-A62F-71A4-01BD52A4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B8FA4-BEDD-AE18-91EC-86B66F3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3F4C3-EE7F-CB31-97DE-FF975992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E4D46-425F-BB93-6419-A5BDF89B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1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A9233-A7AA-8940-B0AF-7CE3E8B89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8CF3B-3ECF-B44B-51DF-731747876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C2D9F-F15B-EDCD-721D-E95B8CE26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785C-4ED5-7154-742A-30F80355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6F713-DFC5-B230-3459-EFABF7D1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1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1BCE6-5C47-D2DC-0969-A7C34C137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AF114-92FF-3E0E-BE82-5C0A80BD7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C2F6A-C097-152C-B596-7B5CE21F2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AC62D-4181-D444-9D9D-D628B4244C9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A3CBD-0CCE-5524-6DC8-631A90014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52901-37EF-BF76-2872-1F2AC8CEA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2546E-7EE5-1244-9734-1256DDDE1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6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8D97-264C-236E-35C6-250304A76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C6B08-8074-25C5-89BD-66085E9065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9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4AEF7E9-51C8-9C99-311B-7B3DC0DE2560}"/>
              </a:ext>
            </a:extLst>
          </p:cNvPr>
          <p:cNvSpPr/>
          <p:nvPr/>
        </p:nvSpPr>
        <p:spPr>
          <a:xfrm>
            <a:off x="1786597" y="1378634"/>
            <a:ext cx="7709095" cy="4149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logo with text on it&#10;&#10;AI-generated content may be incorrect.">
            <a:extLst>
              <a:ext uri="{FF2B5EF4-FFF2-40B4-BE49-F238E27FC236}">
                <a16:creationId xmlns:a16="http://schemas.microsoft.com/office/drawing/2014/main" id="{09CBAE1A-A0B0-E1E0-4449-4FEFFD584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594" y="2478440"/>
            <a:ext cx="5377824" cy="19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6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649C-A4A4-04DC-64BF-9107D23A0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BD87CE9B-17D2-8C65-D059-D5673A319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59" y="127495"/>
            <a:ext cx="7500761" cy="424060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59C630-5306-D295-ED86-8DA6D7A7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74" y="592324"/>
            <a:ext cx="7772400" cy="484504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EEAF36-8F7C-11E1-FB0C-6DBD38FB1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359" y="4144231"/>
            <a:ext cx="7772400" cy="25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2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6E6A-7EA0-4DF7-9018-B5AE2921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BEDDBA-444C-8320-6E1D-A4947BA4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368" y="0"/>
            <a:ext cx="7772400" cy="484504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92FCE0-1207-36DA-9F98-48CB7BDF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928" y="4670506"/>
            <a:ext cx="6573965" cy="218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9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hilbert</dc:creator>
  <cp:lastModifiedBy>claire hilbert</cp:lastModifiedBy>
  <cp:revision>2</cp:revision>
  <dcterms:created xsi:type="dcterms:W3CDTF">2025-11-21T16:09:58Z</dcterms:created>
  <dcterms:modified xsi:type="dcterms:W3CDTF">2025-12-07T20:44:17Z</dcterms:modified>
</cp:coreProperties>
</file>